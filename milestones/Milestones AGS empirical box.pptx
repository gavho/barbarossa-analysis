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BF352-74DF-25A3-8E82-DDB893E80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AE67F9-D80E-AC86-DF96-BBFF47600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18CE2-FD89-9A84-810D-DF06666F8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DC51-8130-4BA2-A940-68A36C2C45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FCB23-6E3D-0165-CB6A-58E41DFA7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6541F-ED7F-8890-A451-D4C8F499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507A-50BB-422B-AE60-59D40C1C8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87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4E33C-8C77-10D2-7EEB-15605FD12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6FD8-5CEB-5329-6126-2CF740755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CD41D-650C-811A-13C8-FD68E5F1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DC51-8130-4BA2-A940-68A36C2C45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A562-4423-500A-5028-36A69DB1B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8A22D-61C0-DBA2-6891-C0F469E5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507A-50BB-422B-AE60-59D40C1C8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15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D521C-5B87-B876-D10F-4BB497D35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C64F4-0C34-F3EF-3983-8F4E2A65C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5F172-4431-6A37-DCF6-D9674CB3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DC51-8130-4BA2-A940-68A36C2C45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29B36-A431-2732-8818-8F9A0FEF5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CCE21-70D1-B254-FF3D-0D7DF1720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507A-50BB-422B-AE60-59D40C1C8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21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FC529-7523-C429-3E4F-A840EE263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E3E7F-8450-9F5D-9851-3C6BA86DB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FF2B2-BB89-287C-F419-FBBF63AA0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6AC84-BFDC-B61D-CD1F-D0133746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DC51-8130-4BA2-A940-68A36C2C45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4C9A1-78A4-08CB-F534-8A426C564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09330-8440-9962-FC67-8AC68BA2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507A-50BB-422B-AE60-59D40C1C8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55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55B93-71C7-FAFA-0679-08F77ECA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747AB-ED76-9CEA-0B16-D7DB87DB5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4914-1974-EB00-D438-5C502B20D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C0FE2-B6DD-1AE6-D868-B56F301061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5E5D2C-A690-2A4C-E787-78D4E8620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577480-DB4B-E92B-C67D-10993F693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DC51-8130-4BA2-A940-68A36C2C45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F3DCFF-CF0A-DEE3-EBD1-18E0C8A9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C422E6-7399-A0F4-CFC9-CA8469F1E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507A-50BB-422B-AE60-59D40C1C8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42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01A7A-FA6C-6DC0-3846-0F552B18B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1F31A8-83F1-45E2-55A5-B444A8DC4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DC51-8130-4BA2-A940-68A36C2C45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2D6B4C-1D4E-DEAA-6EC2-60A28173A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C583B-B2BF-3DEA-8443-6C9C53FBD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507A-50BB-422B-AE60-59D40C1C8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23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4744CE-8A4B-F0FC-4F02-65ECF15EC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DC51-8130-4BA2-A940-68A36C2C45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A5AA19-DF6F-05C7-E855-B3A2DF601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9EBF5-C4DC-E130-464C-49ABBA0DE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507A-50BB-422B-AE60-59D40C1C8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92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03404-9D2A-75F0-90A9-56865A0FF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81AAE-5D9C-8A63-1578-22C01F5E5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92731-B706-3108-B07B-7FF0BD7D9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6474B-EDF1-42DE-3B6E-A02419340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DC51-8130-4BA2-A940-68A36C2C45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F3291-755C-5EC7-88A0-5A8AF1B6D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A0BA6-84F2-83C6-9C71-99702DD1C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507A-50BB-422B-AE60-59D40C1C8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95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19F60-B165-708C-27F6-E010F35A2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B5E5A7-B1D6-AEBB-9E79-5D5BB5F898D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A6858-6D54-53FF-20D8-BA124D525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2F6AC-BD11-1622-30C6-1706A614E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DC51-8130-4BA2-A940-68A36C2C45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5533E-02BF-DEF6-68BF-D5AA253AE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A9B94-1B60-5066-B77E-204448CE0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507A-50BB-422B-AE60-59D40C1C8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02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29571-B39D-B04C-C386-F51FF3F3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F46FC6-9C88-F6A5-C673-138929A02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6CBF1-485D-88C1-4E4D-D9CA3F3C1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DC51-8130-4BA2-A940-68A36C2C45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2EF1A-D99C-B52B-088C-0045255D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12C02-0C75-909E-8B88-DE9F2809A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507A-50BB-422B-AE60-59D40C1C8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52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472E04-71F3-B355-DA2C-18A0D64A43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45AFE-8521-870A-06D6-C8B1A75F7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90A97-22BB-AD34-6B26-DE6FB6807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DC51-8130-4BA2-A940-68A36C2C45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65728-D0F4-4413-7D26-F8D115B5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56D6-D9F3-0BB7-5014-578931C4E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507A-50BB-422B-AE60-59D40C1C8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44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249DEB-7851-C7CE-F3AC-AFC26403D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213B3-F356-2EFF-F585-00035C29D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AC203-7F08-957F-14F5-EF667B007F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3CDC51-8130-4BA2-A940-68A36C2C45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CAB3C-FB1F-7ED4-9242-BDE694AF9B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56B23-58D4-2198-328A-E1D48A259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8507A-50BB-422B-AE60-59D40C1C8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72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CCEF624B-33C9-4D79-4868-9EEA3E20E436}"/>
              </a:ext>
            </a:extLst>
          </p:cNvPr>
          <p:cNvSpPr txBox="1"/>
          <p:nvPr/>
        </p:nvSpPr>
        <p:spPr>
          <a:xfrm>
            <a:off x="3846604" y="3284751"/>
            <a:ext cx="797013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Proskurov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C8FE5-6616-7AF4-18F2-1B455D962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261" y="723665"/>
            <a:ext cx="10135478" cy="5410669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8E6550E-666D-061F-2B4E-867B0B7D09E5}"/>
              </a:ext>
            </a:extLst>
          </p:cNvPr>
          <p:cNvSpPr/>
          <p:nvPr/>
        </p:nvSpPr>
        <p:spPr>
          <a:xfrm>
            <a:off x="1168400" y="973667"/>
            <a:ext cx="1137710" cy="1862666"/>
          </a:xfrm>
          <a:custGeom>
            <a:avLst/>
            <a:gdLst>
              <a:gd name="csX0" fmla="*/ 609600 w 1137710"/>
              <a:gd name="csY0" fmla="*/ 0 h 1862666"/>
              <a:gd name="csX1" fmla="*/ 1126067 w 1137710"/>
              <a:gd name="csY1" fmla="*/ 601133 h 1862666"/>
              <a:gd name="csX2" fmla="*/ 889000 w 1137710"/>
              <a:gd name="csY2" fmla="*/ 1388533 h 1862666"/>
              <a:gd name="csX3" fmla="*/ 0 w 1137710"/>
              <a:gd name="csY3" fmla="*/ 1862666 h 18626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7710" h="1862666">
                <a:moveTo>
                  <a:pt x="609600" y="0"/>
                </a:moveTo>
                <a:cubicBezTo>
                  <a:pt x="844550" y="184855"/>
                  <a:pt x="1079500" y="369711"/>
                  <a:pt x="1126067" y="601133"/>
                </a:cubicBezTo>
                <a:cubicBezTo>
                  <a:pt x="1172634" y="832555"/>
                  <a:pt x="1076678" y="1178278"/>
                  <a:pt x="889000" y="1388533"/>
                </a:cubicBezTo>
                <a:cubicBezTo>
                  <a:pt x="701322" y="1598788"/>
                  <a:pt x="350661" y="1730727"/>
                  <a:pt x="0" y="186266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3F06E95-8E40-39E5-B631-B7AE05FCD3B9}"/>
              </a:ext>
            </a:extLst>
          </p:cNvPr>
          <p:cNvSpPr/>
          <p:nvPr/>
        </p:nvSpPr>
        <p:spPr>
          <a:xfrm>
            <a:off x="2947890" y="1312333"/>
            <a:ext cx="1099177" cy="2489200"/>
          </a:xfrm>
          <a:custGeom>
            <a:avLst/>
            <a:gdLst>
              <a:gd name="csX0" fmla="*/ 1099177 w 1099177"/>
              <a:gd name="csY0" fmla="*/ 0 h 2489200"/>
              <a:gd name="csX1" fmla="*/ 625043 w 1099177"/>
              <a:gd name="csY1" fmla="*/ 668867 h 2489200"/>
              <a:gd name="csX2" fmla="*/ 23910 w 1099177"/>
              <a:gd name="csY2" fmla="*/ 999067 h 2489200"/>
              <a:gd name="csX3" fmla="*/ 117043 w 1099177"/>
              <a:gd name="csY3" fmla="*/ 1778000 h 2489200"/>
              <a:gd name="csX4" fmla="*/ 91643 w 1099177"/>
              <a:gd name="csY4" fmla="*/ 2489200 h 2489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99177" h="2489200">
                <a:moveTo>
                  <a:pt x="1099177" y="0"/>
                </a:moveTo>
                <a:cubicBezTo>
                  <a:pt x="951715" y="251178"/>
                  <a:pt x="804254" y="502356"/>
                  <a:pt x="625043" y="668867"/>
                </a:cubicBezTo>
                <a:cubicBezTo>
                  <a:pt x="445832" y="835378"/>
                  <a:pt x="108577" y="814212"/>
                  <a:pt x="23910" y="999067"/>
                </a:cubicBezTo>
                <a:cubicBezTo>
                  <a:pt x="-60757" y="1183923"/>
                  <a:pt x="105754" y="1529645"/>
                  <a:pt x="117043" y="1778000"/>
                </a:cubicBezTo>
                <a:cubicBezTo>
                  <a:pt x="128332" y="2026356"/>
                  <a:pt x="109987" y="2257778"/>
                  <a:pt x="91643" y="24892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785F081-84A4-224E-11C0-FAC2907DF3C6}"/>
              </a:ext>
            </a:extLst>
          </p:cNvPr>
          <p:cNvSpPr/>
          <p:nvPr/>
        </p:nvSpPr>
        <p:spPr>
          <a:xfrm>
            <a:off x="3538203" y="2082800"/>
            <a:ext cx="1734736" cy="1752600"/>
          </a:xfrm>
          <a:custGeom>
            <a:avLst/>
            <a:gdLst>
              <a:gd name="csX0" fmla="*/ 1694197 w 1734736"/>
              <a:gd name="csY0" fmla="*/ 0 h 1752600"/>
              <a:gd name="csX1" fmla="*/ 1694197 w 1734736"/>
              <a:gd name="csY1" fmla="*/ 186267 h 1752600"/>
              <a:gd name="csX2" fmla="*/ 1601064 w 1734736"/>
              <a:gd name="csY2" fmla="*/ 694267 h 1752600"/>
              <a:gd name="csX3" fmla="*/ 237930 w 1734736"/>
              <a:gd name="csY3" fmla="*/ 1422400 h 1752600"/>
              <a:gd name="csX4" fmla="*/ 9330 w 1734736"/>
              <a:gd name="csY4" fmla="*/ 1752600 h 1752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34736" h="1752600">
                <a:moveTo>
                  <a:pt x="1694197" y="0"/>
                </a:moveTo>
                <a:cubicBezTo>
                  <a:pt x="1701958" y="35278"/>
                  <a:pt x="1709719" y="70556"/>
                  <a:pt x="1694197" y="186267"/>
                </a:cubicBezTo>
                <a:cubicBezTo>
                  <a:pt x="1678675" y="301978"/>
                  <a:pt x="1843775" y="488245"/>
                  <a:pt x="1601064" y="694267"/>
                </a:cubicBezTo>
                <a:cubicBezTo>
                  <a:pt x="1358353" y="900289"/>
                  <a:pt x="503219" y="1246011"/>
                  <a:pt x="237930" y="1422400"/>
                </a:cubicBezTo>
                <a:cubicBezTo>
                  <a:pt x="-27359" y="1598789"/>
                  <a:pt x="-9015" y="1675694"/>
                  <a:pt x="9330" y="17526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576B4C6-F0AD-C3A0-6C8F-4C2C8CFC96F4}"/>
              </a:ext>
            </a:extLst>
          </p:cNvPr>
          <p:cNvSpPr/>
          <p:nvPr/>
        </p:nvSpPr>
        <p:spPr>
          <a:xfrm>
            <a:off x="5154324" y="1591733"/>
            <a:ext cx="1703320" cy="2802467"/>
          </a:xfrm>
          <a:custGeom>
            <a:avLst/>
            <a:gdLst>
              <a:gd name="csX0" fmla="*/ 1407343 w 1703320"/>
              <a:gd name="csY0" fmla="*/ 0 h 2802467"/>
              <a:gd name="csX1" fmla="*/ 1669809 w 1703320"/>
              <a:gd name="csY1" fmla="*/ 448734 h 2802467"/>
              <a:gd name="csX2" fmla="*/ 738476 w 1703320"/>
              <a:gd name="csY2" fmla="*/ 1549400 h 2802467"/>
              <a:gd name="csX3" fmla="*/ 1876 w 1703320"/>
              <a:gd name="csY3" fmla="*/ 1989667 h 2802467"/>
              <a:gd name="csX4" fmla="*/ 560676 w 1703320"/>
              <a:gd name="csY4" fmla="*/ 2565400 h 2802467"/>
              <a:gd name="csX5" fmla="*/ 1568209 w 1703320"/>
              <a:gd name="csY5" fmla="*/ 2802467 h 2802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03320" h="2802467">
                <a:moveTo>
                  <a:pt x="1407343" y="0"/>
                </a:moveTo>
                <a:cubicBezTo>
                  <a:pt x="1594315" y="95250"/>
                  <a:pt x="1781287" y="190501"/>
                  <a:pt x="1669809" y="448734"/>
                </a:cubicBezTo>
                <a:cubicBezTo>
                  <a:pt x="1558331" y="706967"/>
                  <a:pt x="1016465" y="1292578"/>
                  <a:pt x="738476" y="1549400"/>
                </a:cubicBezTo>
                <a:cubicBezTo>
                  <a:pt x="460487" y="1806222"/>
                  <a:pt x="31509" y="1820334"/>
                  <a:pt x="1876" y="1989667"/>
                </a:cubicBezTo>
                <a:cubicBezTo>
                  <a:pt x="-27757" y="2159000"/>
                  <a:pt x="299620" y="2429933"/>
                  <a:pt x="560676" y="2565400"/>
                </a:cubicBezTo>
                <a:cubicBezTo>
                  <a:pt x="821731" y="2700867"/>
                  <a:pt x="1194970" y="2751667"/>
                  <a:pt x="1568209" y="280246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6E7CEC-715C-61C5-24B7-94A7BB04AC47}"/>
              </a:ext>
            </a:extLst>
          </p:cNvPr>
          <p:cNvSpPr/>
          <p:nvPr/>
        </p:nvSpPr>
        <p:spPr>
          <a:xfrm>
            <a:off x="6714067" y="2167467"/>
            <a:ext cx="1631994" cy="3081073"/>
          </a:xfrm>
          <a:custGeom>
            <a:avLst/>
            <a:gdLst>
              <a:gd name="csX0" fmla="*/ 143933 w 1631994"/>
              <a:gd name="csY0" fmla="*/ 0 h 3081073"/>
              <a:gd name="csX1" fmla="*/ 1168400 w 1631994"/>
              <a:gd name="csY1" fmla="*/ 1380066 h 3081073"/>
              <a:gd name="csX2" fmla="*/ 1625600 w 1631994"/>
              <a:gd name="csY2" fmla="*/ 2446866 h 3081073"/>
              <a:gd name="csX3" fmla="*/ 863600 w 1631994"/>
              <a:gd name="csY3" fmla="*/ 3014133 h 3081073"/>
              <a:gd name="csX4" fmla="*/ 0 w 1631994"/>
              <a:gd name="csY4" fmla="*/ 3048000 h 30810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31994" h="3081073">
                <a:moveTo>
                  <a:pt x="143933" y="0"/>
                </a:moveTo>
                <a:cubicBezTo>
                  <a:pt x="532694" y="486127"/>
                  <a:pt x="921456" y="972255"/>
                  <a:pt x="1168400" y="1380066"/>
                </a:cubicBezTo>
                <a:cubicBezTo>
                  <a:pt x="1415345" y="1787877"/>
                  <a:pt x="1676400" y="2174522"/>
                  <a:pt x="1625600" y="2446866"/>
                </a:cubicBezTo>
                <a:cubicBezTo>
                  <a:pt x="1574800" y="2719210"/>
                  <a:pt x="1134533" y="2913944"/>
                  <a:pt x="863600" y="3014133"/>
                </a:cubicBezTo>
                <a:cubicBezTo>
                  <a:pt x="592667" y="3114322"/>
                  <a:pt x="296333" y="3081161"/>
                  <a:pt x="0" y="30480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3E72C4-DD0D-3448-B360-1BE18B8B630B}"/>
              </a:ext>
            </a:extLst>
          </p:cNvPr>
          <p:cNvSpPr txBox="1"/>
          <p:nvPr/>
        </p:nvSpPr>
        <p:spPr>
          <a:xfrm>
            <a:off x="7173013" y="2167467"/>
            <a:ext cx="77136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Line 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A4FE5B-6417-9EBD-ACC8-27F169C29107}"/>
              </a:ext>
            </a:extLst>
          </p:cNvPr>
          <p:cNvSpPr txBox="1"/>
          <p:nvPr/>
        </p:nvSpPr>
        <p:spPr>
          <a:xfrm>
            <a:off x="6510419" y="1194369"/>
            <a:ext cx="77938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Line 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F5DD85-C072-7F74-BF43-5E47640F44D1}"/>
              </a:ext>
            </a:extLst>
          </p:cNvPr>
          <p:cNvSpPr txBox="1"/>
          <p:nvPr/>
        </p:nvSpPr>
        <p:spPr>
          <a:xfrm>
            <a:off x="3333936" y="3859199"/>
            <a:ext cx="77136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Line 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3C8FEA-4B4F-32E3-EA0A-53A015E10400}"/>
              </a:ext>
            </a:extLst>
          </p:cNvPr>
          <p:cNvSpPr txBox="1"/>
          <p:nvPr/>
        </p:nvSpPr>
        <p:spPr>
          <a:xfrm>
            <a:off x="3749622" y="912860"/>
            <a:ext cx="77938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Line 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5C3665-A713-39A8-ED74-2EF2D5F0F4B9}"/>
              </a:ext>
            </a:extLst>
          </p:cNvPr>
          <p:cNvSpPr txBox="1"/>
          <p:nvPr/>
        </p:nvSpPr>
        <p:spPr>
          <a:xfrm>
            <a:off x="1533141" y="474133"/>
            <a:ext cx="77296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Line a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3C88158-62DF-65A5-919F-7DC32AC8C30E}"/>
              </a:ext>
            </a:extLst>
          </p:cNvPr>
          <p:cNvSpPr/>
          <p:nvPr/>
        </p:nvSpPr>
        <p:spPr>
          <a:xfrm>
            <a:off x="1295400" y="1303141"/>
            <a:ext cx="5012267" cy="399296"/>
          </a:xfrm>
          <a:custGeom>
            <a:avLst/>
            <a:gdLst>
              <a:gd name="csX0" fmla="*/ 0 w 5012267"/>
              <a:gd name="csY0" fmla="*/ 51526 h 399296"/>
              <a:gd name="csX1" fmla="*/ 685800 w 5012267"/>
              <a:gd name="csY1" fmla="*/ 726 h 399296"/>
              <a:gd name="csX2" fmla="*/ 1515533 w 5012267"/>
              <a:gd name="csY2" fmla="*/ 85392 h 399296"/>
              <a:gd name="csX3" fmla="*/ 2336800 w 5012267"/>
              <a:gd name="csY3" fmla="*/ 229326 h 399296"/>
              <a:gd name="csX4" fmla="*/ 3234267 w 5012267"/>
              <a:gd name="csY4" fmla="*/ 220859 h 399296"/>
              <a:gd name="csX5" fmla="*/ 4089400 w 5012267"/>
              <a:gd name="csY5" fmla="*/ 398659 h 399296"/>
              <a:gd name="csX6" fmla="*/ 4851400 w 5012267"/>
              <a:gd name="csY6" fmla="*/ 271659 h 399296"/>
              <a:gd name="csX7" fmla="*/ 5012267 w 5012267"/>
              <a:gd name="csY7" fmla="*/ 51526 h 3992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012267" h="399296">
                <a:moveTo>
                  <a:pt x="0" y="51526"/>
                </a:moveTo>
                <a:cubicBezTo>
                  <a:pt x="216605" y="23304"/>
                  <a:pt x="433211" y="-4918"/>
                  <a:pt x="685800" y="726"/>
                </a:cubicBezTo>
                <a:cubicBezTo>
                  <a:pt x="938389" y="6370"/>
                  <a:pt x="1240366" y="47292"/>
                  <a:pt x="1515533" y="85392"/>
                </a:cubicBezTo>
                <a:cubicBezTo>
                  <a:pt x="1790700" y="123492"/>
                  <a:pt x="2050344" y="206748"/>
                  <a:pt x="2336800" y="229326"/>
                </a:cubicBezTo>
                <a:cubicBezTo>
                  <a:pt x="2623256" y="251904"/>
                  <a:pt x="2942167" y="192637"/>
                  <a:pt x="3234267" y="220859"/>
                </a:cubicBezTo>
                <a:cubicBezTo>
                  <a:pt x="3526367" y="249081"/>
                  <a:pt x="3819878" y="390192"/>
                  <a:pt x="4089400" y="398659"/>
                </a:cubicBezTo>
                <a:cubicBezTo>
                  <a:pt x="4358922" y="407126"/>
                  <a:pt x="4697589" y="329514"/>
                  <a:pt x="4851400" y="271659"/>
                </a:cubicBezTo>
                <a:cubicBezTo>
                  <a:pt x="5005211" y="213804"/>
                  <a:pt x="5008739" y="132665"/>
                  <a:pt x="5012267" y="51526"/>
                </a:cubicBezTo>
              </a:path>
            </a:pathLst>
          </a:cu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2D4C688-38C7-4232-5D86-5D185E56EEE2}"/>
              </a:ext>
            </a:extLst>
          </p:cNvPr>
          <p:cNvSpPr/>
          <p:nvPr/>
        </p:nvSpPr>
        <p:spPr>
          <a:xfrm>
            <a:off x="1278467" y="1659467"/>
            <a:ext cx="5003800" cy="287866"/>
          </a:xfrm>
          <a:custGeom>
            <a:avLst/>
            <a:gdLst>
              <a:gd name="csX0" fmla="*/ 0 w 5003800"/>
              <a:gd name="csY0" fmla="*/ 0 h 287866"/>
              <a:gd name="csX1" fmla="*/ 1007533 w 5003800"/>
              <a:gd name="csY1" fmla="*/ 42333 h 287866"/>
              <a:gd name="csX2" fmla="*/ 1608666 w 5003800"/>
              <a:gd name="csY2" fmla="*/ 169333 h 287866"/>
              <a:gd name="csX3" fmla="*/ 2404533 w 5003800"/>
              <a:gd name="csY3" fmla="*/ 135466 h 287866"/>
              <a:gd name="csX4" fmla="*/ 3776133 w 5003800"/>
              <a:gd name="csY4" fmla="*/ 237066 h 287866"/>
              <a:gd name="csX5" fmla="*/ 5003800 w 5003800"/>
              <a:gd name="csY5" fmla="*/ 287866 h 2878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03800" h="287866">
                <a:moveTo>
                  <a:pt x="0" y="0"/>
                </a:moveTo>
                <a:cubicBezTo>
                  <a:pt x="369711" y="7055"/>
                  <a:pt x="739422" y="14111"/>
                  <a:pt x="1007533" y="42333"/>
                </a:cubicBezTo>
                <a:cubicBezTo>
                  <a:pt x="1275644" y="70555"/>
                  <a:pt x="1375833" y="153811"/>
                  <a:pt x="1608666" y="169333"/>
                </a:cubicBezTo>
                <a:cubicBezTo>
                  <a:pt x="1841499" y="184855"/>
                  <a:pt x="2043288" y="124177"/>
                  <a:pt x="2404533" y="135466"/>
                </a:cubicBezTo>
                <a:cubicBezTo>
                  <a:pt x="2765778" y="146755"/>
                  <a:pt x="3342922" y="211666"/>
                  <a:pt x="3776133" y="237066"/>
                </a:cubicBezTo>
                <a:cubicBezTo>
                  <a:pt x="4209344" y="262466"/>
                  <a:pt x="4606572" y="275166"/>
                  <a:pt x="5003800" y="287866"/>
                </a:cubicBezTo>
              </a:path>
            </a:pathLst>
          </a:cu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745D3BC-026A-ACBE-7668-E194EC611E5D}"/>
              </a:ext>
            </a:extLst>
          </p:cNvPr>
          <p:cNvSpPr/>
          <p:nvPr/>
        </p:nvSpPr>
        <p:spPr>
          <a:xfrm>
            <a:off x="1134533" y="1837267"/>
            <a:ext cx="6155267" cy="2810933"/>
          </a:xfrm>
          <a:custGeom>
            <a:avLst/>
            <a:gdLst>
              <a:gd name="csX0" fmla="*/ 0 w 6155267"/>
              <a:gd name="csY0" fmla="*/ 0 h 2810933"/>
              <a:gd name="csX1" fmla="*/ 1236134 w 6155267"/>
              <a:gd name="csY1" fmla="*/ 152400 h 2810933"/>
              <a:gd name="csX2" fmla="*/ 2633134 w 6155267"/>
              <a:gd name="csY2" fmla="*/ 372533 h 2810933"/>
              <a:gd name="csX3" fmla="*/ 3750734 w 6155267"/>
              <a:gd name="csY3" fmla="*/ 516466 h 2810933"/>
              <a:gd name="csX4" fmla="*/ 4622800 w 6155267"/>
              <a:gd name="csY4" fmla="*/ 965200 h 2810933"/>
              <a:gd name="csX5" fmla="*/ 5283200 w 6155267"/>
              <a:gd name="csY5" fmla="*/ 1354666 h 2810933"/>
              <a:gd name="csX6" fmla="*/ 5647267 w 6155267"/>
              <a:gd name="csY6" fmla="*/ 1921933 h 2810933"/>
              <a:gd name="csX7" fmla="*/ 6155267 w 6155267"/>
              <a:gd name="csY7" fmla="*/ 2810933 h 2810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155267" h="2810933">
                <a:moveTo>
                  <a:pt x="0" y="0"/>
                </a:moveTo>
                <a:cubicBezTo>
                  <a:pt x="398639" y="45155"/>
                  <a:pt x="797278" y="90311"/>
                  <a:pt x="1236134" y="152400"/>
                </a:cubicBezTo>
                <a:cubicBezTo>
                  <a:pt x="1674990" y="214489"/>
                  <a:pt x="2214034" y="311855"/>
                  <a:pt x="2633134" y="372533"/>
                </a:cubicBezTo>
                <a:cubicBezTo>
                  <a:pt x="3052234" y="433211"/>
                  <a:pt x="3419123" y="417688"/>
                  <a:pt x="3750734" y="516466"/>
                </a:cubicBezTo>
                <a:cubicBezTo>
                  <a:pt x="4082345" y="615244"/>
                  <a:pt x="4367389" y="825500"/>
                  <a:pt x="4622800" y="965200"/>
                </a:cubicBezTo>
                <a:cubicBezTo>
                  <a:pt x="4878211" y="1104900"/>
                  <a:pt x="5112456" y="1195211"/>
                  <a:pt x="5283200" y="1354666"/>
                </a:cubicBezTo>
                <a:cubicBezTo>
                  <a:pt x="5453944" y="1514121"/>
                  <a:pt x="5501923" y="1679222"/>
                  <a:pt x="5647267" y="1921933"/>
                </a:cubicBezTo>
                <a:cubicBezTo>
                  <a:pt x="5792611" y="2164644"/>
                  <a:pt x="5973939" y="2487788"/>
                  <a:pt x="6155267" y="2810933"/>
                </a:cubicBezTo>
              </a:path>
            </a:pathLst>
          </a:cu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E9BBF0-0BF2-38B1-BBE6-611161666A0B}"/>
              </a:ext>
            </a:extLst>
          </p:cNvPr>
          <p:cNvSpPr/>
          <p:nvPr/>
        </p:nvSpPr>
        <p:spPr>
          <a:xfrm>
            <a:off x="1126067" y="2446867"/>
            <a:ext cx="4817533" cy="2149856"/>
          </a:xfrm>
          <a:custGeom>
            <a:avLst/>
            <a:gdLst>
              <a:gd name="csX0" fmla="*/ 0 w 4817533"/>
              <a:gd name="csY0" fmla="*/ 0 h 2149856"/>
              <a:gd name="csX1" fmla="*/ 1253066 w 4817533"/>
              <a:gd name="csY1" fmla="*/ 389466 h 2149856"/>
              <a:gd name="csX2" fmla="*/ 2497666 w 4817533"/>
              <a:gd name="csY2" fmla="*/ 635000 h 2149856"/>
              <a:gd name="csX3" fmla="*/ 3285066 w 4817533"/>
              <a:gd name="csY3" fmla="*/ 889000 h 2149856"/>
              <a:gd name="csX4" fmla="*/ 3801533 w 4817533"/>
              <a:gd name="csY4" fmla="*/ 1270000 h 2149856"/>
              <a:gd name="csX5" fmla="*/ 4309533 w 4817533"/>
              <a:gd name="csY5" fmla="*/ 2023533 h 2149856"/>
              <a:gd name="csX6" fmla="*/ 4817533 w 4817533"/>
              <a:gd name="csY6" fmla="*/ 2142066 h 21498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817533" h="2149856">
                <a:moveTo>
                  <a:pt x="0" y="0"/>
                </a:moveTo>
                <a:cubicBezTo>
                  <a:pt x="418394" y="141816"/>
                  <a:pt x="836788" y="283633"/>
                  <a:pt x="1253066" y="389466"/>
                </a:cubicBezTo>
                <a:cubicBezTo>
                  <a:pt x="1669344" y="495299"/>
                  <a:pt x="2158999" y="551744"/>
                  <a:pt x="2497666" y="635000"/>
                </a:cubicBezTo>
                <a:cubicBezTo>
                  <a:pt x="2836333" y="718256"/>
                  <a:pt x="3067755" y="783167"/>
                  <a:pt x="3285066" y="889000"/>
                </a:cubicBezTo>
                <a:cubicBezTo>
                  <a:pt x="3502377" y="994833"/>
                  <a:pt x="3630789" y="1080911"/>
                  <a:pt x="3801533" y="1270000"/>
                </a:cubicBezTo>
                <a:cubicBezTo>
                  <a:pt x="3972277" y="1459089"/>
                  <a:pt x="4140200" y="1878189"/>
                  <a:pt x="4309533" y="2023533"/>
                </a:cubicBezTo>
                <a:cubicBezTo>
                  <a:pt x="4478866" y="2168877"/>
                  <a:pt x="4648199" y="2155471"/>
                  <a:pt x="4817533" y="2142066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B54082-DC47-0836-E31B-4FE1CE43552E}"/>
              </a:ext>
            </a:extLst>
          </p:cNvPr>
          <p:cNvSpPr txBox="1"/>
          <p:nvPr/>
        </p:nvSpPr>
        <p:spPr>
          <a:xfrm>
            <a:off x="882724" y="931902"/>
            <a:ext cx="44435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6A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A8D57A-0E21-4E21-D107-6F39C60BD75D}"/>
              </a:ext>
            </a:extLst>
          </p:cNvPr>
          <p:cNvSpPr txBox="1"/>
          <p:nvPr/>
        </p:nvSpPr>
        <p:spPr>
          <a:xfrm>
            <a:off x="305500" y="1339096"/>
            <a:ext cx="8969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III PzKo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93D500-507E-FC1F-242E-7D1FCBC4DDC6}"/>
              </a:ext>
            </a:extLst>
          </p:cNvPr>
          <p:cNvSpPr txBox="1"/>
          <p:nvPr/>
        </p:nvSpPr>
        <p:spPr>
          <a:xfrm>
            <a:off x="81615" y="1755053"/>
            <a:ext cx="104868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PzGp1(-)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1C43CC-653C-16E0-BB1A-ACE7CF4620BB}"/>
              </a:ext>
            </a:extLst>
          </p:cNvPr>
          <p:cNvSpPr txBox="1"/>
          <p:nvPr/>
        </p:nvSpPr>
        <p:spPr>
          <a:xfrm>
            <a:off x="654124" y="2291086"/>
            <a:ext cx="56778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17A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EDFBDD-F75D-9A0F-6ED6-8B23607B1620}"/>
              </a:ext>
            </a:extLst>
          </p:cNvPr>
          <p:cNvSpPr txBox="1"/>
          <p:nvPr/>
        </p:nvSpPr>
        <p:spPr>
          <a:xfrm>
            <a:off x="3961219" y="5047673"/>
            <a:ext cx="70243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(11A)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4EA2AD-CEB0-B01B-D898-95B5949776B1}"/>
              </a:ext>
            </a:extLst>
          </p:cNvPr>
          <p:cNvSpPr txBox="1"/>
          <p:nvPr/>
        </p:nvSpPr>
        <p:spPr>
          <a:xfrm>
            <a:off x="8391284" y="4465918"/>
            <a:ext cx="835485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Kirovograd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BE6149-371D-E0D5-B9DC-D0F0E8094973}"/>
              </a:ext>
            </a:extLst>
          </p:cNvPr>
          <p:cNvSpPr txBox="1"/>
          <p:nvPr/>
        </p:nvSpPr>
        <p:spPr>
          <a:xfrm>
            <a:off x="3855070" y="3246330"/>
            <a:ext cx="797013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Proskurov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99A34D85-074C-D14C-5540-DA9A00AAD788}"/>
              </a:ext>
            </a:extLst>
          </p:cNvPr>
          <p:cNvSpPr/>
          <p:nvPr/>
        </p:nvSpPr>
        <p:spPr>
          <a:xfrm rot="20008309">
            <a:off x="2465608" y="6242231"/>
            <a:ext cx="1608666" cy="736600"/>
          </a:xfrm>
          <a:custGeom>
            <a:avLst/>
            <a:gdLst>
              <a:gd name="csX0" fmla="*/ 0 w 1608666"/>
              <a:gd name="csY0" fmla="*/ 0 h 736600"/>
              <a:gd name="csX1" fmla="*/ 753533 w 1608666"/>
              <a:gd name="csY1" fmla="*/ 76200 h 736600"/>
              <a:gd name="csX2" fmla="*/ 1303866 w 1608666"/>
              <a:gd name="csY2" fmla="*/ 448733 h 736600"/>
              <a:gd name="csX3" fmla="*/ 1608666 w 1608666"/>
              <a:gd name="csY3" fmla="*/ 736600 h 736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08666" h="736600">
                <a:moveTo>
                  <a:pt x="0" y="0"/>
                </a:moveTo>
                <a:cubicBezTo>
                  <a:pt x="268111" y="705"/>
                  <a:pt x="536222" y="1411"/>
                  <a:pt x="753533" y="76200"/>
                </a:cubicBezTo>
                <a:cubicBezTo>
                  <a:pt x="970844" y="150989"/>
                  <a:pt x="1161344" y="338666"/>
                  <a:pt x="1303866" y="448733"/>
                </a:cubicBezTo>
                <a:cubicBezTo>
                  <a:pt x="1446388" y="558800"/>
                  <a:pt x="1527527" y="647700"/>
                  <a:pt x="1608666" y="736600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9296E4-9939-2F7E-9774-1945487A40F6}"/>
              </a:ext>
            </a:extLst>
          </p:cNvPr>
          <p:cNvSpPr txBox="1"/>
          <p:nvPr/>
        </p:nvSpPr>
        <p:spPr>
          <a:xfrm>
            <a:off x="1373642" y="6274490"/>
            <a:ext cx="1091966" cy="43088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Original “small</a:t>
            </a:r>
          </a:p>
          <a:p>
            <a:r>
              <a:rPr lang="en-US" sz="1100" dirty="0"/>
              <a:t>pocket” COA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A93C70-1F1C-38DE-97F3-07E5C77AA8E3}"/>
              </a:ext>
            </a:extLst>
          </p:cNvPr>
          <p:cNvSpPr txBox="1"/>
          <p:nvPr/>
        </p:nvSpPr>
        <p:spPr>
          <a:xfrm>
            <a:off x="3133341" y="151537"/>
            <a:ext cx="513897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“Milestones” for AGS Frontier-Uman empirical box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6A34618F-BA99-6F0D-A840-C8A34288A308}"/>
              </a:ext>
            </a:extLst>
          </p:cNvPr>
          <p:cNvSpPr/>
          <p:nvPr/>
        </p:nvSpPr>
        <p:spPr>
          <a:xfrm>
            <a:off x="4478867" y="3572933"/>
            <a:ext cx="305052" cy="1303867"/>
          </a:xfrm>
          <a:custGeom>
            <a:avLst/>
            <a:gdLst>
              <a:gd name="csX0" fmla="*/ 135466 w 305052"/>
              <a:gd name="csY0" fmla="*/ 1303867 h 1303867"/>
              <a:gd name="csX1" fmla="*/ 304800 w 305052"/>
              <a:gd name="csY1" fmla="*/ 736600 h 1303867"/>
              <a:gd name="csX2" fmla="*/ 169333 w 305052"/>
              <a:gd name="csY2" fmla="*/ 262467 h 1303867"/>
              <a:gd name="csX3" fmla="*/ 0 w 305052"/>
              <a:gd name="csY3" fmla="*/ 0 h 1303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05052" h="1303867">
                <a:moveTo>
                  <a:pt x="135466" y="1303867"/>
                </a:moveTo>
                <a:cubicBezTo>
                  <a:pt x="217311" y="1107017"/>
                  <a:pt x="299156" y="910167"/>
                  <a:pt x="304800" y="736600"/>
                </a:cubicBezTo>
                <a:cubicBezTo>
                  <a:pt x="310444" y="563033"/>
                  <a:pt x="220133" y="385234"/>
                  <a:pt x="169333" y="262467"/>
                </a:cubicBezTo>
                <a:cubicBezTo>
                  <a:pt x="118533" y="139700"/>
                  <a:pt x="59266" y="69850"/>
                  <a:pt x="0" y="0"/>
                </a:cubicBezTo>
              </a:path>
            </a:pathLst>
          </a:cu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0B62DB60-AE0C-87AC-07ED-229FC07322F0}"/>
              </a:ext>
            </a:extLst>
          </p:cNvPr>
          <p:cNvSpPr/>
          <p:nvPr/>
        </p:nvSpPr>
        <p:spPr>
          <a:xfrm>
            <a:off x="1143000" y="2201333"/>
            <a:ext cx="2980267" cy="931334"/>
          </a:xfrm>
          <a:custGeom>
            <a:avLst/>
            <a:gdLst>
              <a:gd name="csX0" fmla="*/ 0 w 2980267"/>
              <a:gd name="csY0" fmla="*/ 0 h 931334"/>
              <a:gd name="csX1" fmla="*/ 804333 w 2980267"/>
              <a:gd name="csY1" fmla="*/ 169334 h 931334"/>
              <a:gd name="csX2" fmla="*/ 1972733 w 2980267"/>
              <a:gd name="csY2" fmla="*/ 491067 h 931334"/>
              <a:gd name="csX3" fmla="*/ 2980267 w 2980267"/>
              <a:gd name="csY3" fmla="*/ 931334 h 931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80267" h="931334">
                <a:moveTo>
                  <a:pt x="0" y="0"/>
                </a:moveTo>
                <a:cubicBezTo>
                  <a:pt x="237772" y="43745"/>
                  <a:pt x="475544" y="87490"/>
                  <a:pt x="804333" y="169334"/>
                </a:cubicBezTo>
                <a:cubicBezTo>
                  <a:pt x="1133122" y="251179"/>
                  <a:pt x="1610077" y="364067"/>
                  <a:pt x="1972733" y="491067"/>
                </a:cubicBezTo>
                <a:cubicBezTo>
                  <a:pt x="2335389" y="618067"/>
                  <a:pt x="2657828" y="774700"/>
                  <a:pt x="2980267" y="931334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91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36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 Kirchubel</dc:creator>
  <cp:lastModifiedBy>Rob Kirchubel</cp:lastModifiedBy>
  <cp:revision>1</cp:revision>
  <dcterms:created xsi:type="dcterms:W3CDTF">2026-10-15T19:11:44Z</dcterms:created>
  <dcterms:modified xsi:type="dcterms:W3CDTF">2026-10-15T19:51:01Z</dcterms:modified>
</cp:coreProperties>
</file>